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7F47CF-55BC-42AB-8215-C022B9B80AA1}" v="1" dt="2026-08-27T13:01:40.2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708" y="3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utik Dhabaliya" userId="db424200-a7b0-4b0b-8da0-b6e43d7161f1" providerId="ADAL" clId="{A146DF71-9102-45E1-9333-6F17B62588E8}"/>
    <pc:docChg chg="undo redo custSel addSld modSld">
      <pc:chgData name="Krutik Dhabaliya" userId="db424200-a7b0-4b0b-8da0-b6e43d7161f1" providerId="ADAL" clId="{A146DF71-9102-45E1-9333-6F17B62588E8}" dt="2026-08-27T13:10:50.354" v="905" actId="14100"/>
      <pc:docMkLst>
        <pc:docMk/>
      </pc:docMkLst>
      <pc:sldChg chg="addSp delSp modSp mod">
        <pc:chgData name="Krutik Dhabaliya" userId="db424200-a7b0-4b0b-8da0-b6e43d7161f1" providerId="ADAL" clId="{A146DF71-9102-45E1-9333-6F17B62588E8}" dt="2026-08-26T09:51:36.519" v="840" actId="478"/>
        <pc:sldMkLst>
          <pc:docMk/>
          <pc:sldMk cId="3973970454" sldId="256"/>
        </pc:sldMkLst>
        <pc:spChg chg="add mod ord">
          <ac:chgData name="Krutik Dhabaliya" userId="db424200-a7b0-4b0b-8da0-b6e43d7161f1" providerId="ADAL" clId="{A146DF71-9102-45E1-9333-6F17B62588E8}" dt="2026-08-26T09:36:05.739" v="627" actId="164"/>
          <ac:spMkLst>
            <pc:docMk/>
            <pc:sldMk cId="3973970454" sldId="256"/>
            <ac:spMk id="3" creationId="{E9C3945E-4FB9-BC9C-A719-B27F913ED31B}"/>
          </ac:spMkLst>
        </pc:spChg>
        <pc:spChg chg="mod">
          <ac:chgData name="Krutik Dhabaliya" userId="db424200-a7b0-4b0b-8da0-b6e43d7161f1" providerId="ADAL" clId="{A146DF71-9102-45E1-9333-6F17B62588E8}" dt="2026-08-26T09:50:26.355" v="758" actId="1076"/>
          <ac:spMkLst>
            <pc:docMk/>
            <pc:sldMk cId="3973970454" sldId="256"/>
            <ac:spMk id="4" creationId="{A5835868-B5EF-B80E-A88E-E06814B3FE09}"/>
          </ac:spMkLst>
        </pc:spChg>
        <pc:spChg chg="add del mod">
          <ac:chgData name="Krutik Dhabaliya" userId="db424200-a7b0-4b0b-8da0-b6e43d7161f1" providerId="ADAL" clId="{A146DF71-9102-45E1-9333-6F17B62588E8}" dt="2026-08-26T08:55:14.913" v="535" actId="478"/>
          <ac:spMkLst>
            <pc:docMk/>
            <pc:sldMk cId="3973970454" sldId="256"/>
            <ac:spMk id="5" creationId="{0957B5A5-D8D5-8506-ACB3-49952BDF99CE}"/>
          </ac:spMkLst>
        </pc:spChg>
        <pc:spChg chg="add del mod">
          <ac:chgData name="Krutik Dhabaliya" userId="db424200-a7b0-4b0b-8da0-b6e43d7161f1" providerId="ADAL" clId="{A146DF71-9102-45E1-9333-6F17B62588E8}" dt="2026-08-26T08:55:17.184" v="536" actId="478"/>
          <ac:spMkLst>
            <pc:docMk/>
            <pc:sldMk cId="3973970454" sldId="256"/>
            <ac:spMk id="7" creationId="{48DF9A78-1225-B0D7-FE76-DF4C1376D3D2}"/>
          </ac:spMkLst>
        </pc:spChg>
        <pc:spChg chg="add del mod">
          <ac:chgData name="Krutik Dhabaliya" userId="db424200-a7b0-4b0b-8da0-b6e43d7161f1" providerId="ADAL" clId="{A146DF71-9102-45E1-9333-6F17B62588E8}" dt="2026-08-26T08:41:54.206" v="367" actId="478"/>
          <ac:spMkLst>
            <pc:docMk/>
            <pc:sldMk cId="3973970454" sldId="256"/>
            <ac:spMk id="22" creationId="{C12878F4-258C-5DD1-9254-4B59FAA7F948}"/>
          </ac:spMkLst>
        </pc:spChg>
        <pc:spChg chg="add del mod">
          <ac:chgData name="Krutik Dhabaliya" userId="db424200-a7b0-4b0b-8da0-b6e43d7161f1" providerId="ADAL" clId="{A146DF71-9102-45E1-9333-6F17B62588E8}" dt="2026-08-26T08:41:58.171" v="370" actId="478"/>
          <ac:spMkLst>
            <pc:docMk/>
            <pc:sldMk cId="3973970454" sldId="256"/>
            <ac:spMk id="25" creationId="{133698E1-F534-2AA5-0D97-09E34E65E4B9}"/>
          </ac:spMkLst>
        </pc:spChg>
        <pc:spChg chg="add del mod">
          <ac:chgData name="Krutik Dhabaliya" userId="db424200-a7b0-4b0b-8da0-b6e43d7161f1" providerId="ADAL" clId="{A146DF71-9102-45E1-9333-6F17B62588E8}" dt="2026-08-26T08:42:05.668" v="378" actId="478"/>
          <ac:spMkLst>
            <pc:docMk/>
            <pc:sldMk cId="3973970454" sldId="256"/>
            <ac:spMk id="30" creationId="{2DF172DF-B929-3287-9B72-9712389AF032}"/>
          </ac:spMkLst>
        </pc:spChg>
        <pc:spChg chg="add del mod">
          <ac:chgData name="Krutik Dhabaliya" userId="db424200-a7b0-4b0b-8da0-b6e43d7161f1" providerId="ADAL" clId="{A146DF71-9102-45E1-9333-6F17B62588E8}" dt="2026-08-26T08:42:03.561" v="376" actId="478"/>
          <ac:spMkLst>
            <pc:docMk/>
            <pc:sldMk cId="3973970454" sldId="256"/>
            <ac:spMk id="32" creationId="{9CD421B0-8229-8C5F-8035-C017EB39CC74}"/>
          </ac:spMkLst>
        </pc:spChg>
        <pc:spChg chg="add del mod">
          <ac:chgData name="Krutik Dhabaliya" userId="db424200-a7b0-4b0b-8da0-b6e43d7161f1" providerId="ADAL" clId="{A146DF71-9102-45E1-9333-6F17B62588E8}" dt="2026-08-26T08:42:06.153" v="379" actId="478"/>
          <ac:spMkLst>
            <pc:docMk/>
            <pc:sldMk cId="3973970454" sldId="256"/>
            <ac:spMk id="35" creationId="{FCE0C507-4644-D677-0787-43988AA0CB8E}"/>
          </ac:spMkLst>
        </pc:spChg>
        <pc:spChg chg="add del mod">
          <ac:chgData name="Krutik Dhabaliya" userId="db424200-a7b0-4b0b-8da0-b6e43d7161f1" providerId="ADAL" clId="{A146DF71-9102-45E1-9333-6F17B62588E8}" dt="2026-08-26T08:42:08.149" v="382" actId="478"/>
          <ac:spMkLst>
            <pc:docMk/>
            <pc:sldMk cId="3973970454" sldId="256"/>
            <ac:spMk id="37" creationId="{218E4CEB-F8D1-5EF8-4B03-01FEB6891B27}"/>
          </ac:spMkLst>
        </pc:spChg>
        <pc:spChg chg="add mod">
          <ac:chgData name="Krutik Dhabaliya" userId="db424200-a7b0-4b0b-8da0-b6e43d7161f1" providerId="ADAL" clId="{A146DF71-9102-45E1-9333-6F17B62588E8}" dt="2026-08-26T09:42:53.031" v="704" actId="1037"/>
          <ac:spMkLst>
            <pc:docMk/>
            <pc:sldMk cId="3973970454" sldId="256"/>
            <ac:spMk id="44" creationId="{B56A6313-9544-FD84-A78E-4863014AA7F7}"/>
          </ac:spMkLst>
        </pc:spChg>
        <pc:spChg chg="add del">
          <ac:chgData name="Krutik Dhabaliya" userId="db424200-a7b0-4b0b-8da0-b6e43d7161f1" providerId="ADAL" clId="{A146DF71-9102-45E1-9333-6F17B62588E8}" dt="2026-08-26T08:52:09.319" v="484" actId="11529"/>
          <ac:spMkLst>
            <pc:docMk/>
            <pc:sldMk cId="3973970454" sldId="256"/>
            <ac:spMk id="69" creationId="{F5113035-21EE-92E0-2BCA-D1637A4A41C4}"/>
          </ac:spMkLst>
        </pc:spChg>
        <pc:spChg chg="mod">
          <ac:chgData name="Krutik Dhabaliya" userId="db424200-a7b0-4b0b-8da0-b6e43d7161f1" providerId="ADAL" clId="{A146DF71-9102-45E1-9333-6F17B62588E8}" dt="2026-08-26T09:36:07.344" v="628"/>
          <ac:spMkLst>
            <pc:docMk/>
            <pc:sldMk cId="3973970454" sldId="256"/>
            <ac:spMk id="100" creationId="{28B3C475-F0AF-E11C-22CC-BC1B4EC1DC4A}"/>
          </ac:spMkLst>
        </pc:spChg>
        <pc:spChg chg="mod">
          <ac:chgData name="Krutik Dhabaliya" userId="db424200-a7b0-4b0b-8da0-b6e43d7161f1" providerId="ADAL" clId="{A146DF71-9102-45E1-9333-6F17B62588E8}" dt="2026-08-26T09:36:12.273" v="630"/>
          <ac:spMkLst>
            <pc:docMk/>
            <pc:sldMk cId="3973970454" sldId="256"/>
            <ac:spMk id="107" creationId="{0F11F311-4306-AD77-B1C1-6F99DA6CE846}"/>
          </ac:spMkLst>
        </pc:spChg>
        <pc:spChg chg="add del mod">
          <ac:chgData name="Krutik Dhabaliya" userId="db424200-a7b0-4b0b-8da0-b6e43d7161f1" providerId="ADAL" clId="{A146DF71-9102-45E1-9333-6F17B62588E8}" dt="2026-08-26T09:51:36.519" v="840" actId="478"/>
          <ac:spMkLst>
            <pc:docMk/>
            <pc:sldMk cId="3973970454" sldId="256"/>
            <ac:spMk id="156" creationId="{14062858-5107-362D-6321-BF431D3D5A49}"/>
          </ac:spMkLst>
        </pc:spChg>
        <pc:grpChg chg="add mod">
          <ac:chgData name="Krutik Dhabaliya" userId="db424200-a7b0-4b0b-8da0-b6e43d7161f1" providerId="ADAL" clId="{A146DF71-9102-45E1-9333-6F17B62588E8}" dt="2026-08-26T09:47:22.138" v="754" actId="14100"/>
          <ac:grpSpMkLst>
            <pc:docMk/>
            <pc:sldMk cId="3973970454" sldId="256"/>
            <ac:grpSpMk id="98" creationId="{562D63EF-0DF3-8CFF-9FF5-53F478314A00}"/>
          </ac:grpSpMkLst>
        </pc:grpChg>
        <pc:grpChg chg="add mod">
          <ac:chgData name="Krutik Dhabaliya" userId="db424200-a7b0-4b0b-8da0-b6e43d7161f1" providerId="ADAL" clId="{A146DF71-9102-45E1-9333-6F17B62588E8}" dt="2026-08-26T09:47:15.885" v="751" actId="14100"/>
          <ac:grpSpMkLst>
            <pc:docMk/>
            <pc:sldMk cId="3973970454" sldId="256"/>
            <ac:grpSpMk id="99" creationId="{05A343CD-6B8E-600D-B01F-7399282D8FB6}"/>
          </ac:grpSpMkLst>
        </pc:grpChg>
        <pc:grpChg chg="add mod">
          <ac:chgData name="Krutik Dhabaliya" userId="db424200-a7b0-4b0b-8da0-b6e43d7161f1" providerId="ADAL" clId="{A146DF71-9102-45E1-9333-6F17B62588E8}" dt="2026-08-26T09:47:15.510" v="750" actId="14100"/>
          <ac:grpSpMkLst>
            <pc:docMk/>
            <pc:sldMk cId="3973970454" sldId="256"/>
            <ac:grpSpMk id="106" creationId="{72B43237-4496-B151-4FCC-BB208CF464D8}"/>
          </ac:grpSpMkLst>
        </pc:grpChg>
        <pc:picChg chg="add del mod">
          <ac:chgData name="Krutik Dhabaliya" userId="db424200-a7b0-4b0b-8da0-b6e43d7161f1" providerId="ADAL" clId="{A146DF71-9102-45E1-9333-6F17B62588E8}" dt="2026-08-26T09:24:57.362" v="545" actId="478"/>
          <ac:picMkLst>
            <pc:docMk/>
            <pc:sldMk cId="3973970454" sldId="256"/>
            <ac:picMk id="84" creationId="{76B7C93D-C47B-7A4B-FD86-A2BBFD3821E2}"/>
          </ac:picMkLst>
        </pc:picChg>
        <pc:picChg chg="add del mod">
          <ac:chgData name="Krutik Dhabaliya" userId="db424200-a7b0-4b0b-8da0-b6e43d7161f1" providerId="ADAL" clId="{A146DF71-9102-45E1-9333-6F17B62588E8}" dt="2026-08-26T09:24:59.378" v="548" actId="478"/>
          <ac:picMkLst>
            <pc:docMk/>
            <pc:sldMk cId="3973970454" sldId="256"/>
            <ac:picMk id="86" creationId="{2E390FAD-6044-270F-EF62-86687F423669}"/>
          </ac:picMkLst>
        </pc:picChg>
        <pc:picChg chg="add del mod">
          <ac:chgData name="Krutik Dhabaliya" userId="db424200-a7b0-4b0b-8da0-b6e43d7161f1" providerId="ADAL" clId="{A146DF71-9102-45E1-9333-6F17B62588E8}" dt="2026-08-26T09:24:58.332" v="546" actId="478"/>
          <ac:picMkLst>
            <pc:docMk/>
            <pc:sldMk cId="3973970454" sldId="256"/>
            <ac:picMk id="88" creationId="{2DBE06F6-D71A-A826-5E30-9BE6C9997D72}"/>
          </ac:picMkLst>
        </pc:picChg>
        <pc:picChg chg="add del mod">
          <ac:chgData name="Krutik Dhabaliya" userId="db424200-a7b0-4b0b-8da0-b6e43d7161f1" providerId="ADAL" clId="{A146DF71-9102-45E1-9333-6F17B62588E8}" dt="2026-08-26T09:24:58.851" v="547" actId="478"/>
          <ac:picMkLst>
            <pc:docMk/>
            <pc:sldMk cId="3973970454" sldId="256"/>
            <ac:picMk id="90" creationId="{E6A1B30A-0E2E-92D0-7958-8657C1C9CAC8}"/>
          </ac:picMkLst>
        </pc:picChg>
        <pc:picChg chg="add del mod">
          <ac:chgData name="Krutik Dhabaliya" userId="db424200-a7b0-4b0b-8da0-b6e43d7161f1" providerId="ADAL" clId="{A146DF71-9102-45E1-9333-6F17B62588E8}" dt="2026-08-26T09:24:56.664" v="544" actId="478"/>
          <ac:picMkLst>
            <pc:docMk/>
            <pc:sldMk cId="3973970454" sldId="256"/>
            <ac:picMk id="92" creationId="{32EC222D-708D-F5C7-920D-9BA3557BBD9F}"/>
          </ac:picMkLst>
        </pc:picChg>
        <pc:cxnChg chg="add mod">
          <ac:chgData name="Krutik Dhabaliya" userId="db424200-a7b0-4b0b-8da0-b6e43d7161f1" providerId="ADAL" clId="{A146DF71-9102-45E1-9333-6F17B62588E8}" dt="2026-08-26T09:47:14.321" v="746" actId="14100"/>
          <ac:cxnSpMkLst>
            <pc:docMk/>
            <pc:sldMk cId="3973970454" sldId="256"/>
            <ac:cxnSpMk id="9" creationId="{D5C3EBBF-334D-5E0D-CF3E-91618C0E57A6}"/>
          </ac:cxnSpMkLst>
        </pc:cxnChg>
        <pc:cxnChg chg="del mod">
          <ac:chgData name="Krutik Dhabaliya" userId="db424200-a7b0-4b0b-8da0-b6e43d7161f1" providerId="ADAL" clId="{A146DF71-9102-45E1-9333-6F17B62588E8}" dt="2026-08-26T08:41:59.704" v="372" actId="478"/>
          <ac:cxnSpMkLst>
            <pc:docMk/>
            <pc:sldMk cId="3973970454" sldId="256"/>
            <ac:cxnSpMk id="11" creationId="{AC16E102-B6DF-54B6-6F5C-F1BAC32C2BBE}"/>
          </ac:cxnSpMkLst>
        </pc:cxnChg>
        <pc:cxnChg chg="del mod">
          <ac:chgData name="Krutik Dhabaliya" userId="db424200-a7b0-4b0b-8da0-b6e43d7161f1" providerId="ADAL" clId="{A146DF71-9102-45E1-9333-6F17B62588E8}" dt="2026-08-26T08:42:00.614" v="373" actId="478"/>
          <ac:cxnSpMkLst>
            <pc:docMk/>
            <pc:sldMk cId="3973970454" sldId="256"/>
            <ac:cxnSpMk id="12" creationId="{B3AF61A4-8EB5-4C8B-7098-ED03CC953BD4}"/>
          </ac:cxnSpMkLst>
        </pc:cxnChg>
        <pc:cxnChg chg="add del mod">
          <ac:chgData name="Krutik Dhabaliya" userId="db424200-a7b0-4b0b-8da0-b6e43d7161f1" providerId="ADAL" clId="{A146DF71-9102-45E1-9333-6F17B62588E8}" dt="2026-08-26T08:42:02.537" v="375" actId="478"/>
          <ac:cxnSpMkLst>
            <pc:docMk/>
            <pc:sldMk cId="3973970454" sldId="256"/>
            <ac:cxnSpMk id="13" creationId="{7E7A9483-5735-F558-17E5-2B376817D947}"/>
          </ac:cxnSpMkLst>
        </pc:cxnChg>
        <pc:cxnChg chg="del mod">
          <ac:chgData name="Krutik Dhabaliya" userId="db424200-a7b0-4b0b-8da0-b6e43d7161f1" providerId="ADAL" clId="{A146DF71-9102-45E1-9333-6F17B62588E8}" dt="2026-08-26T08:42:06.956" v="380" actId="478"/>
          <ac:cxnSpMkLst>
            <pc:docMk/>
            <pc:sldMk cId="3973970454" sldId="256"/>
            <ac:cxnSpMk id="14" creationId="{2A43B568-467D-7270-2128-EFCE90A96C38}"/>
          </ac:cxnSpMkLst>
        </pc:cxnChg>
        <pc:cxnChg chg="del mod">
          <ac:chgData name="Krutik Dhabaliya" userId="db424200-a7b0-4b0b-8da0-b6e43d7161f1" providerId="ADAL" clId="{A146DF71-9102-45E1-9333-6F17B62588E8}" dt="2026-08-26T08:42:04.489" v="377" actId="478"/>
          <ac:cxnSpMkLst>
            <pc:docMk/>
            <pc:sldMk cId="3973970454" sldId="256"/>
            <ac:cxnSpMk id="15" creationId="{B7449CC1-8DF0-4CC0-7A65-3D61C3A9908E}"/>
          </ac:cxnSpMkLst>
        </pc:cxnChg>
        <pc:cxnChg chg="del mod">
          <ac:chgData name="Krutik Dhabaliya" userId="db424200-a7b0-4b0b-8da0-b6e43d7161f1" providerId="ADAL" clId="{A146DF71-9102-45E1-9333-6F17B62588E8}" dt="2026-08-26T08:42:07.640" v="381" actId="478"/>
          <ac:cxnSpMkLst>
            <pc:docMk/>
            <pc:sldMk cId="3973970454" sldId="256"/>
            <ac:cxnSpMk id="16" creationId="{4E89320A-689B-2F61-4B36-122F37D45260}"/>
          </ac:cxnSpMkLst>
        </pc:cxnChg>
        <pc:cxnChg chg="add mod">
          <ac:chgData name="Krutik Dhabaliya" userId="db424200-a7b0-4b0b-8da0-b6e43d7161f1" providerId="ADAL" clId="{A146DF71-9102-45E1-9333-6F17B62588E8}" dt="2026-08-26T09:36:05.739" v="627" actId="164"/>
          <ac:cxnSpMkLst>
            <pc:docMk/>
            <pc:sldMk cId="3973970454" sldId="256"/>
            <ac:cxnSpMk id="17" creationId="{351B70A3-7502-7E3A-F6E9-9426E7150B93}"/>
          </ac:cxnSpMkLst>
        </pc:cxnChg>
        <pc:cxnChg chg="add del mod">
          <ac:chgData name="Krutik Dhabaliya" userId="db424200-a7b0-4b0b-8da0-b6e43d7161f1" providerId="ADAL" clId="{A146DF71-9102-45E1-9333-6F17B62588E8}" dt="2026-08-26T08:49:42.273" v="443" actId="478"/>
          <ac:cxnSpMkLst>
            <pc:docMk/>
            <pc:sldMk cId="3973970454" sldId="256"/>
            <ac:cxnSpMk id="26" creationId="{3CDB2190-BFD6-5E47-9BBA-08649D06C44E}"/>
          </ac:cxnSpMkLst>
        </pc:cxnChg>
        <pc:cxnChg chg="add del mod ord">
          <ac:chgData name="Krutik Dhabaliya" userId="db424200-a7b0-4b0b-8da0-b6e43d7161f1" providerId="ADAL" clId="{A146DF71-9102-45E1-9333-6F17B62588E8}" dt="2026-08-26T08:41:58.895" v="371" actId="478"/>
          <ac:cxnSpMkLst>
            <pc:docMk/>
            <pc:sldMk cId="3973970454" sldId="256"/>
            <ac:cxnSpMk id="39" creationId="{32FA7B5D-F4D6-5581-29C2-5095724ECD78}"/>
          </ac:cxnSpMkLst>
        </pc:cxnChg>
        <pc:cxnChg chg="add del mod">
          <ac:chgData name="Krutik Dhabaliya" userId="db424200-a7b0-4b0b-8da0-b6e43d7161f1" providerId="ADAL" clId="{A146DF71-9102-45E1-9333-6F17B62588E8}" dt="2026-08-26T08:42:01.377" v="374" actId="478"/>
          <ac:cxnSpMkLst>
            <pc:docMk/>
            <pc:sldMk cId="3973970454" sldId="256"/>
            <ac:cxnSpMk id="40" creationId="{98D97D2E-7982-4728-9EBC-AF6295F02049}"/>
          </ac:cxnSpMkLst>
        </pc:cxnChg>
        <pc:cxnChg chg="add del mod">
          <ac:chgData name="Krutik Dhabaliya" userId="db424200-a7b0-4b0b-8da0-b6e43d7161f1" providerId="ADAL" clId="{A146DF71-9102-45E1-9333-6F17B62588E8}" dt="2026-08-26T08:50:00.476" v="445" actId="11529"/>
          <ac:cxnSpMkLst>
            <pc:docMk/>
            <pc:sldMk cId="3973970454" sldId="256"/>
            <ac:cxnSpMk id="46" creationId="{13BDFC5C-E9E0-651E-1AFD-A9A974A06911}"/>
          </ac:cxnSpMkLst>
        </pc:cxnChg>
        <pc:cxnChg chg="add del mod">
          <ac:chgData name="Krutik Dhabaliya" userId="db424200-a7b0-4b0b-8da0-b6e43d7161f1" providerId="ADAL" clId="{A146DF71-9102-45E1-9333-6F17B62588E8}" dt="2026-08-26T08:51:55.379" v="480" actId="478"/>
          <ac:cxnSpMkLst>
            <pc:docMk/>
            <pc:sldMk cId="3973970454" sldId="256"/>
            <ac:cxnSpMk id="48" creationId="{5CFED6C9-004C-2762-763E-00CF02D37F94}"/>
          </ac:cxnSpMkLst>
        </pc:cxnChg>
        <pc:cxnChg chg="add del mod">
          <ac:chgData name="Krutik Dhabaliya" userId="db424200-a7b0-4b0b-8da0-b6e43d7161f1" providerId="ADAL" clId="{A146DF71-9102-45E1-9333-6F17B62588E8}" dt="2026-08-26T08:50:29.924" v="453" actId="478"/>
          <ac:cxnSpMkLst>
            <pc:docMk/>
            <pc:sldMk cId="3973970454" sldId="256"/>
            <ac:cxnSpMk id="49" creationId="{6A08E8F1-978A-C880-9347-80C7B65AAF50}"/>
          </ac:cxnSpMkLst>
        </pc:cxnChg>
        <pc:cxnChg chg="add del mod">
          <ac:chgData name="Krutik Dhabaliya" userId="db424200-a7b0-4b0b-8da0-b6e43d7161f1" providerId="ADAL" clId="{A146DF71-9102-45E1-9333-6F17B62588E8}" dt="2026-08-26T08:50:56.909" v="461" actId="478"/>
          <ac:cxnSpMkLst>
            <pc:docMk/>
            <pc:sldMk cId="3973970454" sldId="256"/>
            <ac:cxnSpMk id="54" creationId="{DE20838F-970B-D3FD-6180-77FB52EF2387}"/>
          </ac:cxnSpMkLst>
        </pc:cxnChg>
        <pc:cxnChg chg="add del mod">
          <ac:chgData name="Krutik Dhabaliya" userId="db424200-a7b0-4b0b-8da0-b6e43d7161f1" providerId="ADAL" clId="{A146DF71-9102-45E1-9333-6F17B62588E8}" dt="2026-08-26T08:51:25.080" v="468" actId="21"/>
          <ac:cxnSpMkLst>
            <pc:docMk/>
            <pc:sldMk cId="3973970454" sldId="256"/>
            <ac:cxnSpMk id="60" creationId="{1BFDE6E1-1456-6ABD-B9A9-F88FA50808B9}"/>
          </ac:cxnSpMkLst>
        </pc:cxnChg>
        <pc:cxnChg chg="add del mod">
          <ac:chgData name="Krutik Dhabaliya" userId="db424200-a7b0-4b0b-8da0-b6e43d7161f1" providerId="ADAL" clId="{A146DF71-9102-45E1-9333-6F17B62588E8}" dt="2026-08-26T08:51:51.550" v="479" actId="478"/>
          <ac:cxnSpMkLst>
            <pc:docMk/>
            <pc:sldMk cId="3973970454" sldId="256"/>
            <ac:cxnSpMk id="65" creationId="{DDA5C863-6A0F-949D-E353-F7C251B28B6C}"/>
          </ac:cxnSpMkLst>
        </pc:cxnChg>
        <pc:cxnChg chg="add del mod">
          <ac:chgData name="Krutik Dhabaliya" userId="db424200-a7b0-4b0b-8da0-b6e43d7161f1" providerId="ADAL" clId="{A146DF71-9102-45E1-9333-6F17B62588E8}" dt="2026-08-26T08:52:30.650" v="487" actId="478"/>
          <ac:cxnSpMkLst>
            <pc:docMk/>
            <pc:sldMk cId="3973970454" sldId="256"/>
            <ac:cxnSpMk id="71" creationId="{DA879BA4-D76E-C740-5E4C-3EBEC1C44DCA}"/>
          </ac:cxnSpMkLst>
        </pc:cxnChg>
        <pc:cxnChg chg="add mod">
          <ac:chgData name="Krutik Dhabaliya" userId="db424200-a7b0-4b0b-8da0-b6e43d7161f1" providerId="ADAL" clId="{A146DF71-9102-45E1-9333-6F17B62588E8}" dt="2026-08-26T09:47:15.239" v="749" actId="1035"/>
          <ac:cxnSpMkLst>
            <pc:docMk/>
            <pc:sldMk cId="3973970454" sldId="256"/>
            <ac:cxnSpMk id="74" creationId="{6FA2A1C9-291A-8D4C-F944-0CE7FC6CF6B4}"/>
          </ac:cxnSpMkLst>
        </pc:cxnChg>
        <pc:cxnChg chg="add mod">
          <ac:chgData name="Krutik Dhabaliya" userId="db424200-a7b0-4b0b-8da0-b6e43d7161f1" providerId="ADAL" clId="{A146DF71-9102-45E1-9333-6F17B62588E8}" dt="2026-08-26T09:47:15.239" v="749" actId="1035"/>
          <ac:cxnSpMkLst>
            <pc:docMk/>
            <pc:sldMk cId="3973970454" sldId="256"/>
            <ac:cxnSpMk id="75" creationId="{1C4C1638-B57E-F507-A636-D7014FC88F90}"/>
          </ac:cxnSpMkLst>
        </pc:cxnChg>
        <pc:cxnChg chg="add mod">
          <ac:chgData name="Krutik Dhabaliya" userId="db424200-a7b0-4b0b-8da0-b6e43d7161f1" providerId="ADAL" clId="{A146DF71-9102-45E1-9333-6F17B62588E8}" dt="2026-08-26T09:47:15.239" v="749" actId="1035"/>
          <ac:cxnSpMkLst>
            <pc:docMk/>
            <pc:sldMk cId="3973970454" sldId="256"/>
            <ac:cxnSpMk id="80" creationId="{EE524C50-4493-EE1B-2167-2B46A2ED9D0F}"/>
          </ac:cxnSpMkLst>
        </pc:cxnChg>
        <pc:cxnChg chg="mod">
          <ac:chgData name="Krutik Dhabaliya" userId="db424200-a7b0-4b0b-8da0-b6e43d7161f1" providerId="ADAL" clId="{A146DF71-9102-45E1-9333-6F17B62588E8}" dt="2026-08-26T09:47:13.844" v="744" actId="14100"/>
          <ac:cxnSpMkLst>
            <pc:docMk/>
            <pc:sldMk cId="3973970454" sldId="256"/>
            <ac:cxnSpMk id="101" creationId="{8D708377-0D7E-1D50-CFC5-3B36DF124809}"/>
          </ac:cxnSpMkLst>
        </pc:cxnChg>
        <pc:cxnChg chg="mod">
          <ac:chgData name="Krutik Dhabaliya" userId="db424200-a7b0-4b0b-8da0-b6e43d7161f1" providerId="ADAL" clId="{A146DF71-9102-45E1-9333-6F17B62588E8}" dt="2026-08-26T09:36:07.344" v="628"/>
          <ac:cxnSpMkLst>
            <pc:docMk/>
            <pc:sldMk cId="3973970454" sldId="256"/>
            <ac:cxnSpMk id="102" creationId="{76245E39-960A-9FA4-89DE-3D1E86360967}"/>
          </ac:cxnSpMkLst>
        </pc:cxnChg>
        <pc:cxnChg chg="mod">
          <ac:chgData name="Krutik Dhabaliya" userId="db424200-a7b0-4b0b-8da0-b6e43d7161f1" providerId="ADAL" clId="{A146DF71-9102-45E1-9333-6F17B62588E8}" dt="2026-08-26T09:47:14.083" v="745" actId="1076"/>
          <ac:cxnSpMkLst>
            <pc:docMk/>
            <pc:sldMk cId="3973970454" sldId="256"/>
            <ac:cxnSpMk id="103" creationId="{520E7063-5670-3193-0198-C67E6559D705}"/>
          </ac:cxnSpMkLst>
        </pc:cxnChg>
        <pc:cxnChg chg="mod">
          <ac:chgData name="Krutik Dhabaliya" userId="db424200-a7b0-4b0b-8da0-b6e43d7161f1" providerId="ADAL" clId="{A146DF71-9102-45E1-9333-6F17B62588E8}" dt="2026-08-26T09:47:14.083" v="745" actId="1076"/>
          <ac:cxnSpMkLst>
            <pc:docMk/>
            <pc:sldMk cId="3973970454" sldId="256"/>
            <ac:cxnSpMk id="104" creationId="{275776B2-48FA-EA8B-C87A-069AD90B449C}"/>
          </ac:cxnSpMkLst>
        </pc:cxnChg>
        <pc:cxnChg chg="mod">
          <ac:chgData name="Krutik Dhabaliya" userId="db424200-a7b0-4b0b-8da0-b6e43d7161f1" providerId="ADAL" clId="{A146DF71-9102-45E1-9333-6F17B62588E8}" dt="2026-08-26T09:47:14.083" v="745" actId="1076"/>
          <ac:cxnSpMkLst>
            <pc:docMk/>
            <pc:sldMk cId="3973970454" sldId="256"/>
            <ac:cxnSpMk id="105" creationId="{1CCD3BC6-F344-DAE4-341F-A831C07362EA}"/>
          </ac:cxnSpMkLst>
        </pc:cxnChg>
        <pc:cxnChg chg="mod">
          <ac:chgData name="Krutik Dhabaliya" userId="db424200-a7b0-4b0b-8da0-b6e43d7161f1" providerId="ADAL" clId="{A146DF71-9102-45E1-9333-6F17B62588E8}" dt="2026-08-26T09:47:13.277" v="742" actId="14100"/>
          <ac:cxnSpMkLst>
            <pc:docMk/>
            <pc:sldMk cId="3973970454" sldId="256"/>
            <ac:cxnSpMk id="108" creationId="{928CC6EE-503D-5E9B-BBD9-C1284CD9552B}"/>
          </ac:cxnSpMkLst>
        </pc:cxnChg>
        <pc:cxnChg chg="mod">
          <ac:chgData name="Krutik Dhabaliya" userId="db424200-a7b0-4b0b-8da0-b6e43d7161f1" providerId="ADAL" clId="{A146DF71-9102-45E1-9333-6F17B62588E8}" dt="2026-08-26T09:36:12.273" v="630"/>
          <ac:cxnSpMkLst>
            <pc:docMk/>
            <pc:sldMk cId="3973970454" sldId="256"/>
            <ac:cxnSpMk id="109" creationId="{1DD29CF4-3CEE-5993-9E01-327B6FEADB7B}"/>
          </ac:cxnSpMkLst>
        </pc:cxnChg>
        <pc:cxnChg chg="mod">
          <ac:chgData name="Krutik Dhabaliya" userId="db424200-a7b0-4b0b-8da0-b6e43d7161f1" providerId="ADAL" clId="{A146DF71-9102-45E1-9333-6F17B62588E8}" dt="2026-08-26T09:47:13.591" v="743" actId="1076"/>
          <ac:cxnSpMkLst>
            <pc:docMk/>
            <pc:sldMk cId="3973970454" sldId="256"/>
            <ac:cxnSpMk id="110" creationId="{765BD610-AC1B-326B-65E5-83BCCAE5B149}"/>
          </ac:cxnSpMkLst>
        </pc:cxnChg>
        <pc:cxnChg chg="mod">
          <ac:chgData name="Krutik Dhabaliya" userId="db424200-a7b0-4b0b-8da0-b6e43d7161f1" providerId="ADAL" clId="{A146DF71-9102-45E1-9333-6F17B62588E8}" dt="2026-08-26T09:47:13.591" v="743" actId="1076"/>
          <ac:cxnSpMkLst>
            <pc:docMk/>
            <pc:sldMk cId="3973970454" sldId="256"/>
            <ac:cxnSpMk id="111" creationId="{7A7E5161-37E7-3840-E875-7CA8EB840229}"/>
          </ac:cxnSpMkLst>
        </pc:cxnChg>
        <pc:cxnChg chg="mod">
          <ac:chgData name="Krutik Dhabaliya" userId="db424200-a7b0-4b0b-8da0-b6e43d7161f1" providerId="ADAL" clId="{A146DF71-9102-45E1-9333-6F17B62588E8}" dt="2026-08-26T09:47:13.591" v="743" actId="1076"/>
          <ac:cxnSpMkLst>
            <pc:docMk/>
            <pc:sldMk cId="3973970454" sldId="256"/>
            <ac:cxnSpMk id="112" creationId="{79F684EB-234B-741A-D954-31C4207A720C}"/>
          </ac:cxnSpMkLst>
        </pc:cxnChg>
        <pc:cxnChg chg="add del mod">
          <ac:chgData name="Krutik Dhabaliya" userId="db424200-a7b0-4b0b-8da0-b6e43d7161f1" providerId="ADAL" clId="{A146DF71-9102-45E1-9333-6F17B62588E8}" dt="2026-08-26T09:37:41.549" v="659" actId="11529"/>
          <ac:cxnSpMkLst>
            <pc:docMk/>
            <pc:sldMk cId="3973970454" sldId="256"/>
            <ac:cxnSpMk id="114" creationId="{63473E4B-BCFD-8F6C-C3E0-06F6F2150E04}"/>
          </ac:cxnSpMkLst>
        </pc:cxnChg>
        <pc:cxnChg chg="add del mod">
          <ac:chgData name="Krutik Dhabaliya" userId="db424200-a7b0-4b0b-8da0-b6e43d7161f1" providerId="ADAL" clId="{A146DF71-9102-45E1-9333-6F17B62588E8}" dt="2026-08-26T09:37:37.631" v="656" actId="11529"/>
          <ac:cxnSpMkLst>
            <pc:docMk/>
            <pc:sldMk cId="3973970454" sldId="256"/>
            <ac:cxnSpMk id="116" creationId="{A319E30A-FDE4-0894-22BB-B096C8410176}"/>
          </ac:cxnSpMkLst>
        </pc:cxnChg>
        <pc:cxnChg chg="add del mod">
          <ac:chgData name="Krutik Dhabaliya" userId="db424200-a7b0-4b0b-8da0-b6e43d7161f1" providerId="ADAL" clId="{A146DF71-9102-45E1-9333-6F17B62588E8}" dt="2026-08-26T09:37:56.645" v="664" actId="478"/>
          <ac:cxnSpMkLst>
            <pc:docMk/>
            <pc:sldMk cId="3973970454" sldId="256"/>
            <ac:cxnSpMk id="122" creationId="{73D0E186-D703-9200-C235-E0C025BDEB4D}"/>
          </ac:cxnSpMkLst>
        </pc:cxnChg>
        <pc:cxnChg chg="add mod">
          <ac:chgData name="Krutik Dhabaliya" userId="db424200-a7b0-4b0b-8da0-b6e43d7161f1" providerId="ADAL" clId="{A146DF71-9102-45E1-9333-6F17B62588E8}" dt="2026-08-26T09:47:22.138" v="754" actId="14100"/>
          <ac:cxnSpMkLst>
            <pc:docMk/>
            <pc:sldMk cId="3973970454" sldId="256"/>
            <ac:cxnSpMk id="125" creationId="{F388674B-9AD4-F185-A639-90F06EBC29B7}"/>
          </ac:cxnSpMkLst>
        </pc:cxnChg>
        <pc:cxnChg chg="add del mod">
          <ac:chgData name="Krutik Dhabaliya" userId="db424200-a7b0-4b0b-8da0-b6e43d7161f1" providerId="ADAL" clId="{A146DF71-9102-45E1-9333-6F17B62588E8}" dt="2026-08-26T09:39:22.539" v="677" actId="478"/>
          <ac:cxnSpMkLst>
            <pc:docMk/>
            <pc:sldMk cId="3973970454" sldId="256"/>
            <ac:cxnSpMk id="127" creationId="{79C60E6C-DBE4-88F4-8D12-C57A43F0B326}"/>
          </ac:cxnSpMkLst>
        </pc:cxnChg>
        <pc:cxnChg chg="add mod">
          <ac:chgData name="Krutik Dhabaliya" userId="db424200-a7b0-4b0b-8da0-b6e43d7161f1" providerId="ADAL" clId="{A146DF71-9102-45E1-9333-6F17B62588E8}" dt="2026-08-26T09:40:09.104" v="687" actId="14100"/>
          <ac:cxnSpMkLst>
            <pc:docMk/>
            <pc:sldMk cId="3973970454" sldId="256"/>
            <ac:cxnSpMk id="130" creationId="{A429D723-2EF1-7C09-035D-1E761B8ED5D7}"/>
          </ac:cxnSpMkLst>
        </pc:cxnChg>
        <pc:cxnChg chg="add mod">
          <ac:chgData name="Krutik Dhabaliya" userId="db424200-a7b0-4b0b-8da0-b6e43d7161f1" providerId="ADAL" clId="{A146DF71-9102-45E1-9333-6F17B62588E8}" dt="2026-08-26T09:47:15.510" v="750" actId="14100"/>
          <ac:cxnSpMkLst>
            <pc:docMk/>
            <pc:sldMk cId="3973970454" sldId="256"/>
            <ac:cxnSpMk id="136" creationId="{4A26EDE4-E449-61F1-8304-DCC9D64E87C4}"/>
          </ac:cxnSpMkLst>
        </pc:cxnChg>
        <pc:cxnChg chg="add del mod">
          <ac:chgData name="Krutik Dhabaliya" userId="db424200-a7b0-4b0b-8da0-b6e43d7161f1" providerId="ADAL" clId="{A146DF71-9102-45E1-9333-6F17B62588E8}" dt="2026-08-26T09:47:15.885" v="751" actId="14100"/>
          <ac:cxnSpMkLst>
            <pc:docMk/>
            <pc:sldMk cId="3973970454" sldId="256"/>
            <ac:cxnSpMk id="139" creationId="{DF0CD592-6FDB-8467-32B5-CE2A612D549C}"/>
          </ac:cxnSpMkLst>
        </pc:cxnChg>
        <pc:cxnChg chg="add mod">
          <ac:chgData name="Krutik Dhabaliya" userId="db424200-a7b0-4b0b-8da0-b6e43d7161f1" providerId="ADAL" clId="{A146DF71-9102-45E1-9333-6F17B62588E8}" dt="2026-08-26T09:47:15.885" v="751" actId="14100"/>
          <ac:cxnSpMkLst>
            <pc:docMk/>
            <pc:sldMk cId="3973970454" sldId="256"/>
            <ac:cxnSpMk id="142" creationId="{5ECAF18E-F884-62D5-B7EF-C1078D6E5792}"/>
          </ac:cxnSpMkLst>
        </pc:cxnChg>
        <pc:cxnChg chg="add mod">
          <ac:chgData name="Krutik Dhabaliya" userId="db424200-a7b0-4b0b-8da0-b6e43d7161f1" providerId="ADAL" clId="{A146DF71-9102-45E1-9333-6F17B62588E8}" dt="2026-08-26T09:47:27.100" v="756" actId="692"/>
          <ac:cxnSpMkLst>
            <pc:docMk/>
            <pc:sldMk cId="3973970454" sldId="256"/>
            <ac:cxnSpMk id="144" creationId="{5746E1FB-BA14-13E0-D0BB-F5134861A3A5}"/>
          </ac:cxnSpMkLst>
        </pc:cxnChg>
        <pc:cxnChg chg="add mod">
          <ac:chgData name="Krutik Dhabaliya" userId="db424200-a7b0-4b0b-8da0-b6e43d7161f1" providerId="ADAL" clId="{A146DF71-9102-45E1-9333-6F17B62588E8}" dt="2026-08-26T09:50:32.741" v="760"/>
          <ac:cxnSpMkLst>
            <pc:docMk/>
            <pc:sldMk cId="3973970454" sldId="256"/>
            <ac:cxnSpMk id="157" creationId="{5049AB4D-579E-3330-5689-1819F90EF615}"/>
          </ac:cxnSpMkLst>
        </pc:cxnChg>
      </pc:sldChg>
      <pc:sldChg chg="addSp delSp modSp add mod">
        <pc:chgData name="Krutik Dhabaliya" userId="db424200-a7b0-4b0b-8da0-b6e43d7161f1" providerId="ADAL" clId="{A146DF71-9102-45E1-9333-6F17B62588E8}" dt="2026-08-27T13:10:50.354" v="905" actId="14100"/>
        <pc:sldMkLst>
          <pc:docMk/>
          <pc:sldMk cId="2159119394" sldId="257"/>
        </pc:sldMkLst>
        <pc:spChg chg="mod">
          <ac:chgData name="Krutik Dhabaliya" userId="db424200-a7b0-4b0b-8da0-b6e43d7161f1" providerId="ADAL" clId="{A146DF71-9102-45E1-9333-6F17B62588E8}" dt="2026-08-27T13:09:42.044" v="877" actId="1076"/>
          <ac:spMkLst>
            <pc:docMk/>
            <pc:sldMk cId="2159119394" sldId="257"/>
            <ac:spMk id="4" creationId="{1D30456B-1D38-562E-20E8-4B2F900E573A}"/>
          </ac:spMkLst>
        </pc:spChg>
        <pc:spChg chg="add mod">
          <ac:chgData name="Krutik Dhabaliya" userId="db424200-a7b0-4b0b-8da0-b6e43d7161f1" providerId="ADAL" clId="{A146DF71-9102-45E1-9333-6F17B62588E8}" dt="2026-08-27T13:10:40.875" v="903" actId="1037"/>
          <ac:spMkLst>
            <pc:docMk/>
            <pc:sldMk cId="2159119394" sldId="257"/>
            <ac:spMk id="5" creationId="{6D3044B4-0911-B350-5AE0-E819FC4BEF00}"/>
          </ac:spMkLst>
        </pc:spChg>
        <pc:spChg chg="add del mod">
          <ac:chgData name="Krutik Dhabaliya" userId="db424200-a7b0-4b0b-8da0-b6e43d7161f1" providerId="ADAL" clId="{A146DF71-9102-45E1-9333-6F17B62588E8}" dt="2026-08-27T13:01:04.896" v="858" actId="478"/>
          <ac:spMkLst>
            <pc:docMk/>
            <pc:sldMk cId="2159119394" sldId="257"/>
            <ac:spMk id="7" creationId="{6FD68528-D8AE-EF44-25A7-5F7682C2EF34}"/>
          </ac:spMkLst>
        </pc:spChg>
        <pc:spChg chg="add del mod">
          <ac:chgData name="Krutik Dhabaliya" userId="db424200-a7b0-4b0b-8da0-b6e43d7161f1" providerId="ADAL" clId="{A146DF71-9102-45E1-9333-6F17B62588E8}" dt="2026-08-27T13:01:05.333" v="859" actId="478"/>
          <ac:spMkLst>
            <pc:docMk/>
            <pc:sldMk cId="2159119394" sldId="257"/>
            <ac:spMk id="10" creationId="{D41D3536-4153-4BA6-5E94-FF5A9518EB22}"/>
          </ac:spMkLst>
        </pc:spChg>
        <pc:spChg chg="add mod">
          <ac:chgData name="Krutik Dhabaliya" userId="db424200-a7b0-4b0b-8da0-b6e43d7161f1" providerId="ADAL" clId="{A146DF71-9102-45E1-9333-6F17B62588E8}" dt="2026-08-27T13:10:40.875" v="903" actId="1037"/>
          <ac:spMkLst>
            <pc:docMk/>
            <pc:sldMk cId="2159119394" sldId="257"/>
            <ac:spMk id="12" creationId="{38742E5C-1B6A-E43F-BE60-B381EF7F296E}"/>
          </ac:spMkLst>
        </pc:spChg>
        <pc:spChg chg="add mod">
          <ac:chgData name="Krutik Dhabaliya" userId="db424200-a7b0-4b0b-8da0-b6e43d7161f1" providerId="ADAL" clId="{A146DF71-9102-45E1-9333-6F17B62588E8}" dt="2026-08-27T13:10:40.875" v="903" actId="1037"/>
          <ac:spMkLst>
            <pc:docMk/>
            <pc:sldMk cId="2159119394" sldId="257"/>
            <ac:spMk id="14" creationId="{4B1AE3F6-37C1-8ADB-C385-952C05FB5D16}"/>
          </ac:spMkLst>
        </pc:spChg>
        <pc:spChg chg="add mod">
          <ac:chgData name="Krutik Dhabaliya" userId="db424200-a7b0-4b0b-8da0-b6e43d7161f1" providerId="ADAL" clId="{A146DF71-9102-45E1-9333-6F17B62588E8}" dt="2026-08-27T13:10:50.354" v="905" actId="14100"/>
          <ac:spMkLst>
            <pc:docMk/>
            <pc:sldMk cId="2159119394" sldId="257"/>
            <ac:spMk id="23" creationId="{7617441C-6BD7-2D31-F7CF-027C412BB6C9}"/>
          </ac:spMkLst>
        </pc:spChg>
        <pc:spChg chg="del">
          <ac:chgData name="Krutik Dhabaliya" userId="db424200-a7b0-4b0b-8da0-b6e43d7161f1" providerId="ADAL" clId="{A146DF71-9102-45E1-9333-6F17B62588E8}" dt="2026-08-27T12:57:59.546" v="842" actId="478"/>
          <ac:spMkLst>
            <pc:docMk/>
            <pc:sldMk cId="2159119394" sldId="257"/>
            <ac:spMk id="44" creationId="{69D9D7F2-4C98-4E53-12BD-A536DA09150C}"/>
          </ac:spMkLst>
        </pc:spChg>
        <pc:grpChg chg="del">
          <ac:chgData name="Krutik Dhabaliya" userId="db424200-a7b0-4b0b-8da0-b6e43d7161f1" providerId="ADAL" clId="{A146DF71-9102-45E1-9333-6F17B62588E8}" dt="2026-08-27T12:57:59.546" v="842" actId="478"/>
          <ac:grpSpMkLst>
            <pc:docMk/>
            <pc:sldMk cId="2159119394" sldId="257"/>
            <ac:grpSpMk id="98" creationId="{ED108F16-C00A-58B1-CBBA-6D20BC812006}"/>
          </ac:grpSpMkLst>
        </pc:grpChg>
        <pc:grpChg chg="del">
          <ac:chgData name="Krutik Dhabaliya" userId="db424200-a7b0-4b0b-8da0-b6e43d7161f1" providerId="ADAL" clId="{A146DF71-9102-45E1-9333-6F17B62588E8}" dt="2026-08-27T12:57:59.546" v="842" actId="478"/>
          <ac:grpSpMkLst>
            <pc:docMk/>
            <pc:sldMk cId="2159119394" sldId="257"/>
            <ac:grpSpMk id="99" creationId="{15BE0DDD-C1AB-81CA-87A7-1E0BF4F2C96E}"/>
          </ac:grpSpMkLst>
        </pc:grpChg>
        <pc:grpChg chg="del">
          <ac:chgData name="Krutik Dhabaliya" userId="db424200-a7b0-4b0b-8da0-b6e43d7161f1" providerId="ADAL" clId="{A146DF71-9102-45E1-9333-6F17B62588E8}" dt="2026-08-27T12:57:59.546" v="842" actId="478"/>
          <ac:grpSpMkLst>
            <pc:docMk/>
            <pc:sldMk cId="2159119394" sldId="257"/>
            <ac:grpSpMk id="106" creationId="{B163B05B-EAE0-0C4F-11BE-9910A9714600}"/>
          </ac:grpSpMkLst>
        </pc:grpChg>
        <pc:cxnChg chg="add mod">
          <ac:chgData name="Krutik Dhabaliya" userId="db424200-a7b0-4b0b-8da0-b6e43d7161f1" providerId="ADAL" clId="{A146DF71-9102-45E1-9333-6F17B62588E8}" dt="2026-08-27T13:10:40.875" v="903" actId="1037"/>
          <ac:cxnSpMkLst>
            <pc:docMk/>
            <pc:sldMk cId="2159119394" sldId="257"/>
            <ac:cxnSpMk id="16" creationId="{A32E19F6-2FCF-263C-3385-E45EA2DAA363}"/>
          </ac:cxnSpMkLst>
        </pc:cxnChg>
        <pc:cxnChg chg="add mod">
          <ac:chgData name="Krutik Dhabaliya" userId="db424200-a7b0-4b0b-8da0-b6e43d7161f1" providerId="ADAL" clId="{A146DF71-9102-45E1-9333-6F17B62588E8}" dt="2026-08-27T13:10:40.875" v="903" actId="1037"/>
          <ac:cxnSpMkLst>
            <pc:docMk/>
            <pc:sldMk cId="2159119394" sldId="257"/>
            <ac:cxnSpMk id="19" creationId="{8F217DDA-6631-F23A-E9D7-1166A9DA8455}"/>
          </ac:cxnSpMkLst>
        </pc:cxnChg>
        <pc:cxnChg chg="del mod">
          <ac:chgData name="Krutik Dhabaliya" userId="db424200-a7b0-4b0b-8da0-b6e43d7161f1" providerId="ADAL" clId="{A146DF71-9102-45E1-9333-6F17B62588E8}" dt="2026-08-27T12:58:02.762" v="843" actId="478"/>
          <ac:cxnSpMkLst>
            <pc:docMk/>
            <pc:sldMk cId="2159119394" sldId="257"/>
            <ac:cxnSpMk id="125" creationId="{BE11F196-E7A5-777E-1D73-C70C2F59F08A}"/>
          </ac:cxnSpMkLst>
        </pc:cxnChg>
        <pc:cxnChg chg="del">
          <ac:chgData name="Krutik Dhabaliya" userId="db424200-a7b0-4b0b-8da0-b6e43d7161f1" providerId="ADAL" clId="{A146DF71-9102-45E1-9333-6F17B62588E8}" dt="2026-08-27T12:58:03.553" v="844" actId="478"/>
          <ac:cxnSpMkLst>
            <pc:docMk/>
            <pc:sldMk cId="2159119394" sldId="257"/>
            <ac:cxnSpMk id="130" creationId="{2FC696A3-2E3A-A874-D8DC-68DA60FAE232}"/>
          </ac:cxnSpMkLst>
        </pc:cxnChg>
        <pc:cxnChg chg="del mod">
          <ac:chgData name="Krutik Dhabaliya" userId="db424200-a7b0-4b0b-8da0-b6e43d7161f1" providerId="ADAL" clId="{A146DF71-9102-45E1-9333-6F17B62588E8}" dt="2026-08-27T12:58:05.522" v="846" actId="478"/>
          <ac:cxnSpMkLst>
            <pc:docMk/>
            <pc:sldMk cId="2159119394" sldId="257"/>
            <ac:cxnSpMk id="136" creationId="{18A2D5AD-983B-B1D3-C62A-B2A9F3C3BB4F}"/>
          </ac:cxnSpMkLst>
        </pc:cxnChg>
        <pc:cxnChg chg="del mod">
          <ac:chgData name="Krutik Dhabaliya" userId="db424200-a7b0-4b0b-8da0-b6e43d7161f1" providerId="ADAL" clId="{A146DF71-9102-45E1-9333-6F17B62588E8}" dt="2026-08-27T12:58:04.556" v="845" actId="478"/>
          <ac:cxnSpMkLst>
            <pc:docMk/>
            <pc:sldMk cId="2159119394" sldId="257"/>
            <ac:cxnSpMk id="139" creationId="{50DA9E09-9794-0DE4-D444-4C5EAE059C8E}"/>
          </ac:cxnSpMkLst>
        </pc:cxnChg>
        <pc:cxnChg chg="del mod">
          <ac:chgData name="Krutik Dhabaliya" userId="db424200-a7b0-4b0b-8da0-b6e43d7161f1" providerId="ADAL" clId="{A146DF71-9102-45E1-9333-6F17B62588E8}" dt="2026-08-27T12:57:59.546" v="842" actId="478"/>
          <ac:cxnSpMkLst>
            <pc:docMk/>
            <pc:sldMk cId="2159119394" sldId="257"/>
            <ac:cxnSpMk id="142" creationId="{72C9E5CE-6BF9-A509-60A1-854615EB3063}"/>
          </ac:cxnSpMkLst>
        </pc:cxnChg>
        <pc:cxnChg chg="del mod">
          <ac:chgData name="Krutik Dhabaliya" userId="db424200-a7b0-4b0b-8da0-b6e43d7161f1" providerId="ADAL" clId="{A146DF71-9102-45E1-9333-6F17B62588E8}" dt="2026-08-27T12:58:06.760" v="847" actId="478"/>
          <ac:cxnSpMkLst>
            <pc:docMk/>
            <pc:sldMk cId="2159119394" sldId="257"/>
            <ac:cxnSpMk id="144" creationId="{D08FBC30-1C88-E11F-DB3F-B71ED43D9E44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0BFE7-4FF6-6033-2EFA-21668C4524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CE66A4-9035-6F54-7C07-8FEE095A2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115D4-8D42-2A74-7CF8-7DFEB95CF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0ED6-7F0F-4002-A6BF-99A0D6AF4CC2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CE917-A594-A2BE-7CDC-D202B36EE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49165-F827-E6BC-8A06-B37A6E264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2E01E-2714-4643-8A9C-3BB0536F59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8399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00631-0D2C-6654-40BF-8119F218B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3C8D3-5357-FC4A-EA6D-2B90AC418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3600E-F84A-D218-F8D0-C00F6E106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0ED6-7F0F-4002-A6BF-99A0D6AF4CC2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55714-0E49-E558-60D3-C20127897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74D82-A618-EF65-C1AB-7B149E21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2E01E-2714-4643-8A9C-3BB0536F59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9532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D64E6-3FC9-E3B3-DCF0-FB9C404C3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1B5DDE-9A85-FE25-4A2A-DCF60983E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35406-8FFB-DAA1-4B7A-D563E8F21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0ED6-7F0F-4002-A6BF-99A0D6AF4CC2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AE013-D3E0-0A28-F8E0-265C0FEE2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D49BD-A63E-F3E7-EE25-F4DE697A2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2E01E-2714-4643-8A9C-3BB0536F59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1461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C27C7-9382-16A6-244A-E360EF667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25EF8-E794-75D3-7B0C-9FB0CE0316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7F1948-D29A-9C26-0D49-981A16D544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D6BB70-6934-6D0D-EC5E-D371FE5B0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0ED6-7F0F-4002-A6BF-99A0D6AF4CC2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1ADDFE-1C17-9BBD-C3BA-08C2714A8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746E2E-8D86-61EC-6840-4E7F17DC1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2E01E-2714-4643-8A9C-3BB0536F59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9773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CF648-A103-D086-01A3-447D63638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12F63-3856-CBB7-E392-AFBF5DDBE5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49626C-86B1-25DB-19F7-C770D6467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F4CC24-3C1A-77B5-33D0-DF379D65FA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FEE7A3-FD21-738D-E8C3-4AF4486601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01D644-75C9-E166-A57E-66E8F7517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0ED6-7F0F-4002-A6BF-99A0D6AF4CC2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BA5013-94B6-FFA4-29A1-9442EBC3D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050DBD-C99E-1D50-F480-552AFB24B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2E01E-2714-4643-8A9C-3BB0536F59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8798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D25CA-0C2C-9432-4C37-3B5B52BA2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C49F96-23EC-114C-4294-148905DE4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0ED6-7F0F-4002-A6BF-99A0D6AF4CC2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CDB618-EF93-FF3E-D4CB-AB6DE72AE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322571-1A32-C9E8-E503-6FC33E697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2E01E-2714-4643-8A9C-3BB0536F59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7740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6A2AA2-84D8-6DC0-ED16-8CE9B1949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0ED6-7F0F-4002-A6BF-99A0D6AF4CC2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AD7F65-6921-B13D-A1BC-3440E6AED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21159E-58D9-8933-FAF9-442F15523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2E01E-2714-4643-8A9C-3BB0536F59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0228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B967B-6C92-D321-9C57-154E8CBAA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8FF9F-3E0A-622E-9EAA-5FC7A8FFE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BADBDB-2D24-5139-875F-428C97C0CF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9F320E-4087-1B36-7E18-DE2A77F1F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0ED6-7F0F-4002-A6BF-99A0D6AF4CC2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02BA92-0670-F871-8754-19C1E1327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97A41A-53F7-6914-622C-822139142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2E01E-2714-4643-8A9C-3BB0536F59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5553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FD73A-B03E-85A3-F1FF-72483A6B2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7341BB-AFE0-9674-459D-B40CC85271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5EC4E2-68BE-C895-D3F1-229801C0FA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7D3305-8A1A-0BC4-C31B-A208ECB13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0ED6-7F0F-4002-A6BF-99A0D6AF4CC2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A751D0-4002-556D-EECE-CCD2ED190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044E0E-4A4C-7AA6-1A2F-041212EFC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2E01E-2714-4643-8A9C-3BB0536F59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4009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B8005-DC16-C9A9-38B8-D7A7D358F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D6F88C-0F22-510D-C622-82EFEDE13B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F76D2-D6F9-9075-35FC-F4F25281B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0ED6-7F0F-4002-A6BF-99A0D6AF4CC2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298DC-9AB1-A3CD-EBE6-7D0C3076F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8BE21-21ED-D5A9-62B0-9068CA5FB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2E01E-2714-4643-8A9C-3BB0536F59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2364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93F401-3E09-6893-3330-1A99ADAD42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DCD65-2965-A2C8-BC61-F4C59DCA2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1EF23-816C-AA95-9513-8BF1CC607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0ED6-7F0F-4002-A6BF-99A0D6AF4CC2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3376D3-9AC5-4315-751F-2E748DD92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42390-621B-B520-A3D9-2244F783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2E01E-2714-4643-8A9C-3BB0536F59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2031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A5FF67-29E4-5B16-DE61-AAF777720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940E21-F9F4-877D-1AE2-EC4CB51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374FA-F602-0E19-1C3B-7B8477F00C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D20ED6-7F0F-4002-A6BF-99A0D6AF4CC2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D7150-2855-0A9C-7B16-445B6820B9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50AF8-8513-575D-53E5-E3E238784A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32E01E-2714-4643-8A9C-3BB0536F59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8491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">
              <a:schemeClr val="tx2">
                <a:lumMod val="10000"/>
                <a:lumOff val="90000"/>
              </a:schemeClr>
            </a:gs>
            <a:gs pos="74000">
              <a:schemeClr val="accent2">
                <a:lumMod val="20000"/>
                <a:lumOff val="80000"/>
              </a:schemeClr>
            </a:gs>
            <a:gs pos="83000">
              <a:schemeClr val="accent1">
                <a:lumMod val="20000"/>
                <a:lumOff val="80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5835868-B5EF-B80E-A88E-E06814B3FE09}"/>
              </a:ext>
            </a:extLst>
          </p:cNvPr>
          <p:cNvSpPr/>
          <p:nvPr/>
        </p:nvSpPr>
        <p:spPr>
          <a:xfrm>
            <a:off x="91440" y="91440"/>
            <a:ext cx="11987784" cy="6665976"/>
          </a:xfrm>
          <a:prstGeom prst="roundRect">
            <a:avLst>
              <a:gd name="adj" fmla="val 1459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56A6313-9544-FD84-A78E-4863014AA7F7}"/>
              </a:ext>
            </a:extLst>
          </p:cNvPr>
          <p:cNvSpPr/>
          <p:nvPr/>
        </p:nvSpPr>
        <p:spPr>
          <a:xfrm>
            <a:off x="8295490" y="5663871"/>
            <a:ext cx="3447579" cy="905256"/>
          </a:xfrm>
          <a:prstGeom prst="roundRect">
            <a:avLst>
              <a:gd name="adj" fmla="val 7567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562D63EF-0DF3-8CFF-9FF5-53F478314A00}"/>
              </a:ext>
            </a:extLst>
          </p:cNvPr>
          <p:cNvGrpSpPr/>
          <p:nvPr/>
        </p:nvGrpSpPr>
        <p:grpSpPr>
          <a:xfrm>
            <a:off x="430271" y="1501691"/>
            <a:ext cx="3485947" cy="3710387"/>
            <a:chOff x="430271" y="1501691"/>
            <a:chExt cx="3485947" cy="3710387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E9C3945E-4FB9-BC9C-A719-B27F913ED31B}"/>
                </a:ext>
              </a:extLst>
            </p:cNvPr>
            <p:cNvSpPr/>
            <p:nvPr/>
          </p:nvSpPr>
          <p:spPr>
            <a:xfrm>
              <a:off x="430271" y="1501691"/>
              <a:ext cx="3485947" cy="3710387"/>
            </a:xfrm>
            <a:prstGeom prst="roundRect">
              <a:avLst>
                <a:gd name="adj" fmla="val 7567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5C3EBBF-334D-5E0D-CF3E-91618C0E57A6}"/>
                </a:ext>
              </a:extLst>
            </p:cNvPr>
            <p:cNvCxnSpPr>
              <a:cxnSpLocks/>
            </p:cNvCxnSpPr>
            <p:nvPr/>
          </p:nvCxnSpPr>
          <p:spPr>
            <a:xfrm>
              <a:off x="2159780" y="2373745"/>
              <a:ext cx="0" cy="2381595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51B70A3-7502-7E3A-F6E9-9426E7150B93}"/>
                </a:ext>
              </a:extLst>
            </p:cNvPr>
            <p:cNvCxnSpPr>
              <a:cxnSpLocks/>
            </p:cNvCxnSpPr>
            <p:nvPr/>
          </p:nvCxnSpPr>
          <p:spPr>
            <a:xfrm>
              <a:off x="979055" y="4755340"/>
              <a:ext cx="2438400" cy="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6FA2A1C9-291A-8D4C-F944-0CE7FC6CF6B4}"/>
                </a:ext>
              </a:extLst>
            </p:cNvPr>
            <p:cNvCxnSpPr/>
            <p:nvPr/>
          </p:nvCxnSpPr>
          <p:spPr>
            <a:xfrm flipV="1">
              <a:off x="1283853" y="2041236"/>
              <a:ext cx="0" cy="332509"/>
            </a:xfrm>
            <a:prstGeom prst="line">
              <a:avLst/>
            </a:prstGeom>
            <a:ln w="19050" cmpd="thickThin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1C4C1638-B57E-F507-A636-D7014FC88F90}"/>
                </a:ext>
              </a:extLst>
            </p:cNvPr>
            <p:cNvCxnSpPr>
              <a:cxnSpLocks/>
            </p:cNvCxnSpPr>
            <p:nvPr/>
          </p:nvCxnSpPr>
          <p:spPr>
            <a:xfrm>
              <a:off x="1283853" y="2041236"/>
              <a:ext cx="1634836" cy="0"/>
            </a:xfrm>
            <a:prstGeom prst="line">
              <a:avLst/>
            </a:prstGeom>
            <a:ln w="19050" cmpd="thickThin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EE524C50-4493-EE1B-2167-2B46A2ED9D0F}"/>
                </a:ext>
              </a:extLst>
            </p:cNvPr>
            <p:cNvCxnSpPr/>
            <p:nvPr/>
          </p:nvCxnSpPr>
          <p:spPr>
            <a:xfrm>
              <a:off x="2918689" y="2041236"/>
              <a:ext cx="0" cy="332509"/>
            </a:xfrm>
            <a:prstGeom prst="straightConnector1">
              <a:avLst/>
            </a:prstGeom>
            <a:ln w="19050" cmpd="thickThin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05A343CD-6B8E-600D-B01F-7399282D8FB6}"/>
              </a:ext>
            </a:extLst>
          </p:cNvPr>
          <p:cNvGrpSpPr/>
          <p:nvPr/>
        </p:nvGrpSpPr>
        <p:grpSpPr>
          <a:xfrm>
            <a:off x="4271037" y="1501690"/>
            <a:ext cx="3485947" cy="3710387"/>
            <a:chOff x="430271" y="1501691"/>
            <a:chExt cx="3485947" cy="3710387"/>
          </a:xfrm>
        </p:grpSpPr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28B3C475-F0AF-E11C-22CC-BC1B4EC1DC4A}"/>
                </a:ext>
              </a:extLst>
            </p:cNvPr>
            <p:cNvSpPr/>
            <p:nvPr/>
          </p:nvSpPr>
          <p:spPr>
            <a:xfrm>
              <a:off x="430271" y="1501691"/>
              <a:ext cx="3485947" cy="3710387"/>
            </a:xfrm>
            <a:prstGeom prst="roundRect">
              <a:avLst>
                <a:gd name="adj" fmla="val 7567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8D708377-0D7E-1D50-CFC5-3B36DF12480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780" y="2373745"/>
              <a:ext cx="0" cy="2381595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76245E39-960A-9FA4-89DE-3D1E86360967}"/>
                </a:ext>
              </a:extLst>
            </p:cNvPr>
            <p:cNvCxnSpPr>
              <a:cxnSpLocks/>
            </p:cNvCxnSpPr>
            <p:nvPr/>
          </p:nvCxnSpPr>
          <p:spPr>
            <a:xfrm>
              <a:off x="979055" y="4755340"/>
              <a:ext cx="2438400" cy="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520E7063-5670-3193-0198-C67E6559D705}"/>
                </a:ext>
              </a:extLst>
            </p:cNvPr>
            <p:cNvCxnSpPr/>
            <p:nvPr/>
          </p:nvCxnSpPr>
          <p:spPr>
            <a:xfrm flipV="1">
              <a:off x="1283853" y="2041236"/>
              <a:ext cx="0" cy="332509"/>
            </a:xfrm>
            <a:prstGeom prst="line">
              <a:avLst/>
            </a:prstGeom>
            <a:ln w="19050" cmpd="thickThin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275776B2-48FA-EA8B-C87A-069AD90B449C}"/>
                </a:ext>
              </a:extLst>
            </p:cNvPr>
            <p:cNvCxnSpPr>
              <a:cxnSpLocks/>
            </p:cNvCxnSpPr>
            <p:nvPr/>
          </p:nvCxnSpPr>
          <p:spPr>
            <a:xfrm>
              <a:off x="1283853" y="2041236"/>
              <a:ext cx="1634836" cy="0"/>
            </a:xfrm>
            <a:prstGeom prst="line">
              <a:avLst/>
            </a:prstGeom>
            <a:ln w="19050" cmpd="thickThin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1CCD3BC6-F344-DAE4-341F-A831C07362EA}"/>
                </a:ext>
              </a:extLst>
            </p:cNvPr>
            <p:cNvCxnSpPr/>
            <p:nvPr/>
          </p:nvCxnSpPr>
          <p:spPr>
            <a:xfrm>
              <a:off x="2918689" y="2041236"/>
              <a:ext cx="0" cy="332509"/>
            </a:xfrm>
            <a:prstGeom prst="straightConnector1">
              <a:avLst/>
            </a:prstGeom>
            <a:ln w="19050" cmpd="thickThin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72B43237-4496-B151-4FCC-BB208CF464D8}"/>
              </a:ext>
            </a:extLst>
          </p:cNvPr>
          <p:cNvGrpSpPr/>
          <p:nvPr/>
        </p:nvGrpSpPr>
        <p:grpSpPr>
          <a:xfrm>
            <a:off x="8275784" y="1501689"/>
            <a:ext cx="3485947" cy="3710387"/>
            <a:chOff x="430271" y="1501691"/>
            <a:chExt cx="3485947" cy="3710387"/>
          </a:xfrm>
        </p:grpSpPr>
        <p:sp>
          <p:nvSpPr>
            <p:cNvPr id="107" name="Rectangle: Rounded Corners 106">
              <a:extLst>
                <a:ext uri="{FF2B5EF4-FFF2-40B4-BE49-F238E27FC236}">
                  <a16:creationId xmlns:a16="http://schemas.microsoft.com/office/drawing/2014/main" id="{0F11F311-4306-AD77-B1C1-6F99DA6CE846}"/>
                </a:ext>
              </a:extLst>
            </p:cNvPr>
            <p:cNvSpPr/>
            <p:nvPr/>
          </p:nvSpPr>
          <p:spPr>
            <a:xfrm>
              <a:off x="430271" y="1501691"/>
              <a:ext cx="3485947" cy="3710387"/>
            </a:xfrm>
            <a:prstGeom prst="roundRect">
              <a:avLst>
                <a:gd name="adj" fmla="val 7567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928CC6EE-503D-5E9B-BBD9-C1284CD9552B}"/>
                </a:ext>
              </a:extLst>
            </p:cNvPr>
            <p:cNvCxnSpPr>
              <a:cxnSpLocks/>
            </p:cNvCxnSpPr>
            <p:nvPr/>
          </p:nvCxnSpPr>
          <p:spPr>
            <a:xfrm>
              <a:off x="2159780" y="2373745"/>
              <a:ext cx="0" cy="2381595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1DD29CF4-3CEE-5993-9E01-327B6FEADB7B}"/>
                </a:ext>
              </a:extLst>
            </p:cNvPr>
            <p:cNvCxnSpPr>
              <a:cxnSpLocks/>
            </p:cNvCxnSpPr>
            <p:nvPr/>
          </p:nvCxnSpPr>
          <p:spPr>
            <a:xfrm>
              <a:off x="979055" y="4755340"/>
              <a:ext cx="2438400" cy="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765BD610-AC1B-326B-65E5-83BCCAE5B149}"/>
                </a:ext>
              </a:extLst>
            </p:cNvPr>
            <p:cNvCxnSpPr/>
            <p:nvPr/>
          </p:nvCxnSpPr>
          <p:spPr>
            <a:xfrm flipV="1">
              <a:off x="1283853" y="2041236"/>
              <a:ext cx="0" cy="332509"/>
            </a:xfrm>
            <a:prstGeom prst="line">
              <a:avLst/>
            </a:prstGeom>
            <a:ln w="19050" cmpd="thickThin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7A7E5161-37E7-3840-E875-7CA8EB840229}"/>
                </a:ext>
              </a:extLst>
            </p:cNvPr>
            <p:cNvCxnSpPr>
              <a:cxnSpLocks/>
            </p:cNvCxnSpPr>
            <p:nvPr/>
          </p:nvCxnSpPr>
          <p:spPr>
            <a:xfrm>
              <a:off x="1283853" y="2041236"/>
              <a:ext cx="1634836" cy="0"/>
            </a:xfrm>
            <a:prstGeom prst="line">
              <a:avLst/>
            </a:prstGeom>
            <a:ln w="19050" cmpd="thickThin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79F684EB-234B-741A-D954-31C4207A720C}"/>
                </a:ext>
              </a:extLst>
            </p:cNvPr>
            <p:cNvCxnSpPr/>
            <p:nvPr/>
          </p:nvCxnSpPr>
          <p:spPr>
            <a:xfrm>
              <a:off x="2918689" y="2041236"/>
              <a:ext cx="0" cy="332509"/>
            </a:xfrm>
            <a:prstGeom prst="straightConnector1">
              <a:avLst/>
            </a:prstGeom>
            <a:ln w="19050" cmpd="thickThin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F388674B-9AD4-F185-A639-90F06EBC29B7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2173245" y="727788"/>
            <a:ext cx="0" cy="773903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A429D723-2EF1-7C09-035D-1E761B8ED5D7}"/>
              </a:ext>
            </a:extLst>
          </p:cNvPr>
          <p:cNvCxnSpPr>
            <a:cxnSpLocks/>
          </p:cNvCxnSpPr>
          <p:nvPr/>
        </p:nvCxnSpPr>
        <p:spPr>
          <a:xfrm flipV="1">
            <a:off x="2169111" y="705033"/>
            <a:ext cx="7836182" cy="28771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4A26EDE4-E449-61F1-8304-DCC9D64E87C4}"/>
              </a:ext>
            </a:extLst>
          </p:cNvPr>
          <p:cNvCxnSpPr>
            <a:endCxn id="107" idx="0"/>
          </p:cNvCxnSpPr>
          <p:nvPr/>
        </p:nvCxnSpPr>
        <p:spPr>
          <a:xfrm>
            <a:off x="10005293" y="708041"/>
            <a:ext cx="13465" cy="793648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DF0CD592-6FDB-8467-32B5-CE2A612D549C}"/>
              </a:ext>
            </a:extLst>
          </p:cNvPr>
          <p:cNvCxnSpPr>
            <a:cxnSpLocks/>
            <a:endCxn id="100" idx="0"/>
          </p:cNvCxnSpPr>
          <p:nvPr/>
        </p:nvCxnSpPr>
        <p:spPr>
          <a:xfrm>
            <a:off x="6000546" y="705032"/>
            <a:ext cx="13465" cy="796658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: Elbow 141">
            <a:extLst>
              <a:ext uri="{FF2B5EF4-FFF2-40B4-BE49-F238E27FC236}">
                <a16:creationId xmlns:a16="http://schemas.microsoft.com/office/drawing/2014/main" id="{5ECAF18E-F884-62D5-B7EF-C1078D6E5792}"/>
              </a:ext>
            </a:extLst>
          </p:cNvPr>
          <p:cNvCxnSpPr>
            <a:cxnSpLocks/>
            <a:stCxn id="100" idx="2"/>
            <a:endCxn id="44" idx="1"/>
          </p:cNvCxnSpPr>
          <p:nvPr/>
        </p:nvCxnSpPr>
        <p:spPr>
          <a:xfrm rot="16200000" flipH="1">
            <a:off x="6702539" y="4523548"/>
            <a:ext cx="904422" cy="2281479"/>
          </a:xfrm>
          <a:prstGeom prst="bentConnector2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: Elbow 143">
            <a:extLst>
              <a:ext uri="{FF2B5EF4-FFF2-40B4-BE49-F238E27FC236}">
                <a16:creationId xmlns:a16="http://schemas.microsoft.com/office/drawing/2014/main" id="{5746E1FB-BA14-13E0-D0BB-F5134861A3A5}"/>
              </a:ext>
            </a:extLst>
          </p:cNvPr>
          <p:cNvCxnSpPr>
            <a:cxnSpLocks/>
            <a:stCxn id="107" idx="2"/>
            <a:endCxn id="44" idx="0"/>
          </p:cNvCxnSpPr>
          <p:nvPr/>
        </p:nvCxnSpPr>
        <p:spPr>
          <a:xfrm rot="16200000" flipH="1">
            <a:off x="9793122" y="5437712"/>
            <a:ext cx="451795" cy="522"/>
          </a:xfrm>
          <a:prstGeom prst="bentConnector3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970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">
              <a:schemeClr val="tx2">
                <a:lumMod val="10000"/>
                <a:lumOff val="90000"/>
              </a:schemeClr>
            </a:gs>
            <a:gs pos="74000">
              <a:schemeClr val="accent2">
                <a:lumMod val="20000"/>
                <a:lumOff val="80000"/>
              </a:schemeClr>
            </a:gs>
            <a:gs pos="83000">
              <a:schemeClr val="accent1">
                <a:lumMod val="20000"/>
                <a:lumOff val="80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D8048B-E203-6EEE-A325-49D1ABCDA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D30456B-1D38-562E-20E8-4B2F900E573A}"/>
              </a:ext>
            </a:extLst>
          </p:cNvPr>
          <p:cNvSpPr/>
          <p:nvPr/>
        </p:nvSpPr>
        <p:spPr>
          <a:xfrm>
            <a:off x="91440" y="91440"/>
            <a:ext cx="11987784" cy="6665976"/>
          </a:xfrm>
          <a:prstGeom prst="roundRect">
            <a:avLst>
              <a:gd name="adj" fmla="val 1459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D3044B4-0911-B350-5AE0-E819FC4BEF00}"/>
              </a:ext>
            </a:extLst>
          </p:cNvPr>
          <p:cNvSpPr/>
          <p:nvPr/>
        </p:nvSpPr>
        <p:spPr>
          <a:xfrm>
            <a:off x="1922521" y="1260391"/>
            <a:ext cx="2522479" cy="1533609"/>
          </a:xfrm>
          <a:prstGeom prst="roundRect">
            <a:avLst>
              <a:gd name="adj" fmla="val 7567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8742E5C-1B6A-E43F-BE60-B381EF7F296E}"/>
              </a:ext>
            </a:extLst>
          </p:cNvPr>
          <p:cNvSpPr/>
          <p:nvPr/>
        </p:nvSpPr>
        <p:spPr>
          <a:xfrm>
            <a:off x="341371" y="3773678"/>
            <a:ext cx="2522479" cy="1533609"/>
          </a:xfrm>
          <a:prstGeom prst="roundRect">
            <a:avLst>
              <a:gd name="adj" fmla="val 7567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B1AE3F6-37C1-8ADB-C385-952C05FB5D16}"/>
              </a:ext>
            </a:extLst>
          </p:cNvPr>
          <p:cNvSpPr/>
          <p:nvPr/>
        </p:nvSpPr>
        <p:spPr>
          <a:xfrm>
            <a:off x="3608443" y="3773677"/>
            <a:ext cx="2522479" cy="1533609"/>
          </a:xfrm>
          <a:prstGeom prst="roundRect">
            <a:avLst>
              <a:gd name="adj" fmla="val 7567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A32E19F6-2FCF-263C-3385-E45EA2DAA363}"/>
              </a:ext>
            </a:extLst>
          </p:cNvPr>
          <p:cNvCxnSpPr>
            <a:cxnSpLocks/>
            <a:stCxn id="5" idx="2"/>
            <a:endCxn id="14" idx="0"/>
          </p:cNvCxnSpPr>
          <p:nvPr/>
        </p:nvCxnSpPr>
        <p:spPr>
          <a:xfrm rot="16200000" flipH="1">
            <a:off x="3536884" y="2440877"/>
            <a:ext cx="979677" cy="1685922"/>
          </a:xfrm>
          <a:prstGeom prst="bentConnector3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8F217DDA-6631-F23A-E9D7-1166A9DA8455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 rot="5400000">
            <a:off x="1903347" y="2493264"/>
            <a:ext cx="979678" cy="1581150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617441C-6BD7-2D31-F7CF-027C412BB6C9}"/>
              </a:ext>
            </a:extLst>
          </p:cNvPr>
          <p:cNvSpPr/>
          <p:nvPr/>
        </p:nvSpPr>
        <p:spPr>
          <a:xfrm>
            <a:off x="6380854" y="682541"/>
            <a:ext cx="5469776" cy="5673809"/>
          </a:xfrm>
          <a:prstGeom prst="roundRect">
            <a:avLst>
              <a:gd name="adj" fmla="val 4046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9119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5728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Krutik Dhabaliya</dc:creator>
  <cp:lastModifiedBy>Krutik Dhabaliya</cp:lastModifiedBy>
  <cp:revision>1</cp:revision>
  <dcterms:created xsi:type="dcterms:W3CDTF">2026-08-21T14:45:15Z</dcterms:created>
  <dcterms:modified xsi:type="dcterms:W3CDTF">2026-08-27T13:10:56Z</dcterms:modified>
</cp:coreProperties>
</file>